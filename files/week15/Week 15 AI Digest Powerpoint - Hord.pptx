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JAafaLAgS3luGsS0mfPQMc6Jh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ewsroom.collegeboard.org/new-college-board-research-faculty-express-near-universal-concern-student-ai-use-undermines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2213125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Faculty Express Near-Universal Concern That Student AI Use Undermines Original Writing and Critical Thinking</a:t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Week of April 20th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" sz="5400"/>
              <a:t>Article Publication: February 25th, 2026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https://newsroom.collegeboard.org/new-college-board-research-faculty-express-near-universal-concern-student-ai-use-undermines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2377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College Board research reveals </a:t>
            </a:r>
            <a:r>
              <a:rPr b="1" lang="en" sz="1100">
                <a:solidFill>
                  <a:schemeClr val="dk1"/>
                </a:solidFill>
              </a:rPr>
              <a:t>near-universal concern among faculty</a:t>
            </a:r>
            <a:r>
              <a:rPr lang="en" sz="1100">
                <a:solidFill>
                  <a:schemeClr val="dk1"/>
                </a:solidFill>
              </a:rPr>
              <a:t> about student use of AI in academic work, particularly generative AI tools.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major finding is that AI use is believed to </a:t>
            </a:r>
            <a:r>
              <a:rPr b="1" lang="en" sz="1100">
                <a:solidFill>
                  <a:schemeClr val="dk1"/>
                </a:solidFill>
              </a:rPr>
              <a:t>undermine core academic skills</a:t>
            </a:r>
            <a:r>
              <a:rPr lang="en" sz="1100">
                <a:solidFill>
                  <a:schemeClr val="dk1"/>
                </a:solidFill>
              </a:rPr>
              <a:t>, especially: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Critical thinking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Original writing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 engagement with course material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Large majorities of faculty (around </a:t>
            </a:r>
            <a:r>
              <a:rPr b="1" lang="en" sz="1100">
                <a:solidFill>
                  <a:schemeClr val="dk1"/>
                </a:solidFill>
              </a:rPr>
              <a:t>84% or more</a:t>
            </a:r>
            <a:r>
              <a:rPr lang="en" sz="1100">
                <a:solidFill>
                  <a:schemeClr val="dk1"/>
                </a:solidFill>
              </a:rPr>
              <a:t>) say AI makes students </a:t>
            </a:r>
            <a:r>
              <a:rPr b="1" lang="en" sz="1100">
                <a:solidFill>
                  <a:schemeClr val="dk1"/>
                </a:solidFill>
              </a:rPr>
              <a:t>more dependent on technology and less likely to think independently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Faculty also express strong concern about </a:t>
            </a:r>
            <a:r>
              <a:rPr b="1" lang="en" sz="1100">
                <a:solidFill>
                  <a:schemeClr val="dk1"/>
                </a:solidFill>
              </a:rPr>
              <a:t>academic integrity</a:t>
            </a:r>
            <a:r>
              <a:rPr lang="en" sz="1100">
                <a:solidFill>
                  <a:schemeClr val="dk1"/>
                </a:solidFill>
              </a:rPr>
              <a:t>, including plagiarism and difficulty distinguishing student work from AI-generated content.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article argues that educators are in a </a:t>
            </a:r>
            <a:r>
              <a:rPr b="1" lang="en" sz="1100">
                <a:solidFill>
                  <a:schemeClr val="dk1"/>
                </a:solidFill>
              </a:rPr>
              <a:t>transitional moment</a:t>
            </a:r>
            <a:r>
              <a:rPr lang="en" sz="1100">
                <a:solidFill>
                  <a:schemeClr val="dk1"/>
                </a:solidFill>
              </a:rPr>
              <a:t>, trying to balance: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Preserving traditional learning goals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Preparing students for an AI-integrated workforce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findings suggest a </a:t>
            </a:r>
            <a:r>
              <a:rPr b="1" lang="en" sz="1100">
                <a:solidFill>
                  <a:schemeClr val="dk1"/>
                </a:solidFill>
              </a:rPr>
              <a:t>potential shift in how knowledge and skills are developed</a:t>
            </a:r>
            <a:r>
              <a:rPr lang="en" sz="1100">
                <a:solidFill>
                  <a:schemeClr val="dk1"/>
                </a:solidFill>
              </a:rPr>
              <a:t>, with AI possibly replacing rather than supporting human cognition.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If reliance on AI continues unchecked, society could face: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decline in </a:t>
            </a:r>
            <a:r>
              <a:rPr b="1" lang="en" sz="1100">
                <a:solidFill>
                  <a:schemeClr val="dk1"/>
                </a:solidFill>
              </a:rPr>
              <a:t>critical thinking and creativity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Reduced ability for individuals to </a:t>
            </a:r>
            <a:r>
              <a:rPr b="1" lang="en" sz="1100">
                <a:solidFill>
                  <a:schemeClr val="dk1"/>
                </a:solidFill>
              </a:rPr>
              <a:t>analyze, problem-solve, and communicate independently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There are growing concerns about </a:t>
            </a:r>
            <a:r>
              <a:rPr b="1" lang="en" sz="1100">
                <a:solidFill>
                  <a:schemeClr val="dk1"/>
                </a:solidFill>
              </a:rPr>
              <a:t>trust and authenticity</a:t>
            </a:r>
            <a:r>
              <a:rPr lang="en" sz="1100">
                <a:solidFill>
                  <a:schemeClr val="dk1"/>
                </a:solidFill>
              </a:rPr>
              <a:t>, not just in education but across professional fields where AI-generated work may blur authorship and accountability.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research highlights a broader societal challenge: </a:t>
            </a:r>
            <a:r>
              <a:rPr b="1" lang="en" sz="1100">
                <a:solidFill>
                  <a:schemeClr val="dk1"/>
                </a:solidFill>
              </a:rPr>
              <a:t>how to integrate AI responsibly</a:t>
            </a:r>
            <a:r>
              <a:rPr lang="en" sz="1100">
                <a:solidFill>
                  <a:schemeClr val="dk1"/>
                </a:solidFill>
              </a:rPr>
              <a:t> without eroding foundational human skills.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also points to the need for </a:t>
            </a:r>
            <a:r>
              <a:rPr b="1" lang="en" sz="1100">
                <a:solidFill>
                  <a:schemeClr val="dk1"/>
                </a:solidFill>
              </a:rPr>
              <a:t>new norms, policies, and ethical frameworks</a:t>
            </a:r>
            <a:r>
              <a:rPr lang="en" sz="1100">
                <a:solidFill>
                  <a:schemeClr val="dk1"/>
                </a:solidFill>
              </a:rPr>
              <a:t> governing AI use in learning and work environments.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9019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Although the article focuses on education, the implications strongly apply to construction, which increasingly uses AI for: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Project planning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Design optimization (e.g., BIM systems)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Cost estimation and scheduling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Key potential impacts include: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Workforce readiness concerns</a:t>
            </a:r>
            <a:r>
              <a:rPr lang="en" sz="1100">
                <a:solidFill>
                  <a:schemeClr val="dk1"/>
                </a:solidFill>
              </a:rPr>
              <a:t>: Future construction professionals may enter the field with weaker problem-solving or technical reasoning skills if over-reliant on AI.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Skill gap risks</a:t>
            </a:r>
            <a:r>
              <a:rPr lang="en" sz="1100">
                <a:solidFill>
                  <a:schemeClr val="dk1"/>
                </a:solidFill>
              </a:rPr>
              <a:t>: Construction requires hands-on judgment and situational awareness—skills that cannot be fully outsourced to AI.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Training and education shifts</a:t>
            </a:r>
            <a:r>
              <a:rPr lang="en" sz="1100">
                <a:solidFill>
                  <a:schemeClr val="dk1"/>
                </a:solidFill>
              </a:rPr>
              <a:t>: Construction management programs may need to: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Emphasize </a:t>
            </a:r>
            <a:r>
              <a:rPr b="1" lang="en" sz="1100">
                <a:solidFill>
                  <a:schemeClr val="dk1"/>
                </a:solidFill>
              </a:rPr>
              <a:t>applied learning and real-world problem solving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Teach </a:t>
            </a:r>
            <a:r>
              <a:rPr b="1" lang="en" sz="1100">
                <a:solidFill>
                  <a:schemeClr val="dk1"/>
                </a:solidFill>
              </a:rPr>
              <a:t>responsible AI use</a:t>
            </a:r>
            <a:r>
              <a:rPr lang="en" sz="1100">
                <a:solidFill>
                  <a:schemeClr val="dk1"/>
                </a:solidFill>
              </a:rPr>
              <a:t>, not just technical adoption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Safety implications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Over Reliance</a:t>
            </a:r>
            <a:r>
              <a:rPr lang="en" sz="1100">
                <a:solidFill>
                  <a:schemeClr val="dk1"/>
                </a:solidFill>
              </a:rPr>
              <a:t> on AI-generated plans or analyses without critical evaluation could increase risks on job sites.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the positive side, the article indirectly supports the idea that: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AI should be used as a </a:t>
            </a:r>
            <a:r>
              <a:rPr b="1" lang="en" sz="1100">
                <a:solidFill>
                  <a:schemeClr val="dk1"/>
                </a:solidFill>
              </a:rPr>
              <a:t>tool to augment human expertise</a:t>
            </a:r>
            <a:r>
              <a:rPr lang="en" sz="1100">
                <a:solidFill>
                  <a:schemeClr val="dk1"/>
                </a:solidFill>
              </a:rPr>
              <a:t>, not replace it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Industries like construction must </a:t>
            </a:r>
            <a:r>
              <a:rPr b="1" lang="en" sz="1100">
                <a:solidFill>
                  <a:schemeClr val="dk1"/>
                </a:solidFill>
              </a:rPr>
              <a:t>balance efficiency with human judgment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