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XxslCss4SpkCltGqLOX7Zw0/L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nature.com/articles/s41598-026-40110-8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1245750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The impact of generative AI on social media: an experimental study</a:t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Week of April 13th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" sz="5400"/>
              <a:t>Article Publication: February 17th, 2026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https://www.nature.com/articles/s41598-026-40110-8</a:t>
            </a:r>
            <a:r>
              <a:rPr lang="en" sz="5400"/>
              <a:t> 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00" y="237137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study uses a </a:t>
            </a:r>
            <a:r>
              <a:rPr b="1" lang="en" sz="1100">
                <a:solidFill>
                  <a:schemeClr val="dk1"/>
                </a:solidFill>
              </a:rPr>
              <a:t>controlled experiment with 680 U.S. participants</a:t>
            </a:r>
            <a:r>
              <a:rPr lang="en" sz="1100">
                <a:solidFill>
                  <a:schemeClr val="dk1"/>
                </a:solidFill>
              </a:rPr>
              <a:t> placed in simulated social media discussions with different AI tools (e.g., chat assistance, reply suggestions).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Key finding: a trade-off (duality)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AI tools </a:t>
            </a:r>
            <a:r>
              <a:rPr b="1" lang="en" sz="1100">
                <a:solidFill>
                  <a:schemeClr val="dk1"/>
                </a:solidFill>
              </a:rPr>
              <a:t>increase engagement and content volume</a:t>
            </a:r>
            <a:r>
              <a:rPr lang="en" sz="1100">
                <a:solidFill>
                  <a:schemeClr val="dk1"/>
                </a:solidFill>
              </a:rPr>
              <a:t> (people post more and interact more).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However, they </a:t>
            </a:r>
            <a:r>
              <a:rPr b="1" lang="en" sz="1100">
                <a:solidFill>
                  <a:schemeClr val="dk1"/>
                </a:solidFill>
              </a:rPr>
              <a:t>reduce perceived quality and authenticity</a:t>
            </a:r>
            <a:r>
              <a:rPr lang="en" sz="1100">
                <a:solidFill>
                  <a:schemeClr val="dk1"/>
                </a:solidFill>
              </a:rPr>
              <a:t> of conversations.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AI-generated or AI-assisted content can create </a:t>
            </a:r>
            <a:r>
              <a:rPr b="1" lang="en" sz="1100">
                <a:solidFill>
                  <a:schemeClr val="dk1"/>
                </a:solidFill>
              </a:rPr>
              <a:t>“negative spillover effects”</a:t>
            </a:r>
            <a:r>
              <a:rPr lang="en" sz="1100">
                <a:solidFill>
                  <a:schemeClr val="dk1"/>
                </a:solidFill>
              </a:rPr>
              <a:t>, meaning: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Conversations become less meaningful overall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Even non-AI users are affected by reduced discussion quality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authors propose </a:t>
            </a:r>
            <a:r>
              <a:rPr b="1" lang="en" sz="1100">
                <a:solidFill>
                  <a:schemeClr val="dk1"/>
                </a:solidFill>
              </a:rPr>
              <a:t>four design recommendations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Transparency (clearly disclose AI-generated content)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Personalization (adapt tools to users)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Context awareness (match AI responses to situation/topic)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Usability (simple, intuitive interfaces)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👉 Overall argument: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Generative AI </a:t>
            </a:r>
            <a:r>
              <a:rPr b="1" lang="en" sz="1100">
                <a:solidFill>
                  <a:schemeClr val="dk1"/>
                </a:solidFill>
              </a:rPr>
              <a:t>boosts participation but risks degrading trust and authenticity</a:t>
            </a:r>
            <a:r>
              <a:rPr lang="en" sz="1100">
                <a:solidFill>
                  <a:schemeClr val="dk1"/>
                </a:solidFill>
              </a:rPr>
              <a:t>, requiring careful design and governance.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Trust and authenticity crisis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As AI content becomes widespread, users may struggle to distinguish real human interaction from AI-assisted communication, weakening trust in online platforms.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Information quality vs. quantity dilemma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Society may face an environment where there is </a:t>
            </a:r>
            <a:r>
              <a:rPr b="1" lang="en" sz="1100">
                <a:solidFill>
                  <a:schemeClr val="dk1"/>
                </a:solidFill>
              </a:rPr>
              <a:t>more content than ever, but lower perceived value</a:t>
            </a:r>
            <a:r>
              <a:rPr lang="en" sz="1100">
                <a:solidFill>
                  <a:schemeClr val="dk1"/>
                </a:solidFill>
              </a:rPr>
              <a:t>, potentially contributing to misinformation, superficial discourse, or “content fatigue.”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Behavioral influence of AI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AI doesn’t just assist—it </a:t>
            </a:r>
            <a:r>
              <a:rPr b="1" lang="en" sz="1100">
                <a:solidFill>
                  <a:schemeClr val="dk1"/>
                </a:solidFill>
              </a:rPr>
              <a:t>shapes how people communicate</a:t>
            </a:r>
            <a:r>
              <a:rPr lang="en" sz="1100">
                <a:solidFill>
                  <a:schemeClr val="dk1"/>
                </a:solidFill>
              </a:rPr>
              <a:t>, potentially standardizing opinions, tone, and expression.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Policy and ethical considerations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study reinforces the need for: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Regulation around AI disclosure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Ethical design standards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Platform accountability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Human-AI interaction norms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Long-term, this could redefine what counts as “authentic communication” in digital spaces.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9019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1. Project Communication Risks</a:t>
            </a:r>
            <a:endParaRPr b="1" sz="8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 sz="600">
                <a:solidFill>
                  <a:schemeClr val="dk1"/>
                </a:solidFill>
              </a:rPr>
              <a:t>AI tools used in emails, RFIs, and reports may: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Increase speed and volume of communication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But reduce </a:t>
            </a:r>
            <a:r>
              <a:rPr b="1" lang="en" sz="600">
                <a:solidFill>
                  <a:schemeClr val="dk1"/>
                </a:solidFill>
              </a:rPr>
              <a:t>clarity, nuance, and perceived trustworthiness</a:t>
            </a:r>
            <a:endParaRPr b="1"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 sz="600">
                <a:solidFill>
                  <a:schemeClr val="dk1"/>
                </a:solidFill>
              </a:rPr>
              <a:t>This could impact coordination between contractors, engineers, and clients.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2. Collaboration Platforms (e.g., BIM + AI)</a:t>
            </a:r>
            <a:endParaRPr b="1" sz="8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 sz="600">
                <a:solidFill>
                  <a:schemeClr val="dk1"/>
                </a:solidFill>
              </a:rPr>
              <a:t>AI-assisted collaboration tools could: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Improve participation in planning discussions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But risk </a:t>
            </a:r>
            <a:r>
              <a:rPr b="1" lang="en" sz="600">
                <a:solidFill>
                  <a:schemeClr val="dk1"/>
                </a:solidFill>
              </a:rPr>
              <a:t>generic or less thoughtful input</a:t>
            </a:r>
            <a:r>
              <a:rPr lang="en" sz="600">
                <a:solidFill>
                  <a:schemeClr val="dk1"/>
                </a:solidFill>
              </a:rPr>
              <a:t>, lowering decision quality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3. Documentation Quality</a:t>
            </a:r>
            <a:endParaRPr b="1" sz="8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 sz="600">
                <a:solidFill>
                  <a:schemeClr val="dk1"/>
                </a:solidFill>
              </a:rPr>
              <a:t>AI-generated reports, safety logs, or progress updates: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May become more frequent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But could be seen as less credible if overused or not transparent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4. Client Trust and Transparency</a:t>
            </a:r>
            <a:endParaRPr b="1" sz="8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" sz="600">
                <a:solidFill>
                  <a:schemeClr val="dk1"/>
                </a:solidFill>
              </a:rPr>
              <a:t>Just like social media users value authenticity, construction clients may demand: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Clear disclosure of AI-generated analyses or reports</a:t>
            </a:r>
            <a:endParaRPr sz="600">
              <a:solidFill>
                <a:schemeClr val="dk1"/>
              </a:solidFill>
            </a:endParaRPr>
          </a:p>
          <a:p>
            <a:pPr indent="-266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</a:pPr>
            <a:r>
              <a:rPr lang="en" sz="600">
                <a:solidFill>
                  <a:schemeClr val="dk1"/>
                </a:solidFill>
              </a:rPr>
              <a:t>Human verification of critical decisions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5. Design and Workflow Recommendations</a:t>
            </a: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Transparency</a:t>
            </a:r>
            <a:r>
              <a:rPr lang="en" sz="600">
                <a:solidFill>
                  <a:schemeClr val="dk1"/>
                </a:solidFill>
              </a:rPr>
              <a:t> → disclose AI use in project deliverables</a:t>
            </a: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Context-awareness</a:t>
            </a:r>
            <a:r>
              <a:rPr lang="en" sz="600">
                <a:solidFill>
                  <a:schemeClr val="dk1"/>
                </a:solidFill>
              </a:rPr>
              <a:t> → tailor AI tools to project-specific conditions</a:t>
            </a:r>
            <a:endParaRPr sz="600">
              <a:solidFill>
                <a:schemeClr val="dk1"/>
              </a:solidFill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b="1" lang="en" sz="600">
                <a:solidFill>
                  <a:schemeClr val="dk1"/>
                </a:solidFill>
              </a:rPr>
              <a:t>User-focused design</a:t>
            </a:r>
            <a:r>
              <a:rPr lang="en" sz="600">
                <a:solidFill>
                  <a:schemeClr val="dk1"/>
                </a:solidFill>
              </a:rPr>
              <a:t> → ensure AI assists rather than replaces expert judgment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