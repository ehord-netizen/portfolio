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1" roundtripDataSignature="AMtx7mjBkPjHWn2KURtQYXzN/kXUEQvq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procore.com/library/ai-agents-construction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2250150" y="1245750"/>
            <a:ext cx="46437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8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80"/>
              <a:t>How AI Agents are Changing Construction</a:t>
            </a:r>
            <a:endParaRPr sz="3280"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36803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Week of March 2th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Elias Hord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General Information</a:t>
            </a:r>
            <a:endParaRPr/>
          </a:p>
        </p:txBody>
      </p:sp>
      <p:sp>
        <p:nvSpPr>
          <p:cNvPr id="61" name="Google Shape;61;p2"/>
          <p:cNvSpPr txBox="1"/>
          <p:nvPr>
            <p:ph idx="1" type="body"/>
          </p:nvPr>
        </p:nvSpPr>
        <p:spPr>
          <a:xfrm>
            <a:off x="311700" y="1152475"/>
            <a:ext cx="8727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en" sz="5400"/>
              <a:t>Article Publication: January 22, 2026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3"/>
              <a:buNone/>
            </a:pPr>
            <a:r>
              <a:t/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33333"/>
              <a:buNone/>
            </a:pPr>
            <a:r>
              <a:rPr lang="en" sz="5400" u="sng">
                <a:solidFill>
                  <a:schemeClr val="hlink"/>
                </a:solidFill>
                <a:hlinkClick r:id="rId3"/>
              </a:rPr>
              <a:t>https://www.procore.com/library/ai-agents-construction</a:t>
            </a:r>
            <a:r>
              <a:rPr lang="en" sz="5400"/>
              <a:t> </a:t>
            </a:r>
            <a:endParaRPr sz="5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2" name="Google Shape;62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5750" y="2371375"/>
            <a:ext cx="5233717" cy="2467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Main Findings and Arguments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113100" y="1017725"/>
            <a:ext cx="8917800" cy="4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AI agents</a:t>
            </a:r>
            <a:r>
              <a:rPr lang="en" sz="1100">
                <a:solidFill>
                  <a:schemeClr val="dk1"/>
                </a:solidFill>
              </a:rPr>
              <a:t> are defined as intelligent software systems that can autonomously make decisions and perform actions toward specific goals — going beyond simple chatbot interactions by reasoning, learning, and acting within defined parameters to support construction workflows. In construction contexts, these agents: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Automate routine tasks such as project management, safety monitoring, documentation, scheduling, compliance, and cost oversight.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Function at a more advanced tier of AI than basic large language models or simple assistants, capable of </a:t>
            </a:r>
            <a:r>
              <a:rPr i="1" lang="en" sz="1100">
                <a:solidFill>
                  <a:schemeClr val="dk1"/>
                </a:solidFill>
              </a:rPr>
              <a:t>reasoned task execution</a:t>
            </a:r>
            <a:r>
              <a:rPr lang="en" sz="1100">
                <a:solidFill>
                  <a:schemeClr val="dk1"/>
                </a:solidFill>
              </a:rPr>
              <a:t> rather than just answering queries.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Integrate with existing construction technology stacks to bridge data silos and pull insights from multiple sources.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article emphasizes a variety of agent types — from project management and supply chain agents to safety monitoring and compliance bots — each designed to improve efficiency, accuracy, and decision quality across the lifecycle of a project.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Agents feature predictive analytics, large-scale data collection, computer vision, natural language processing, workflow optimization, and ongoing learning capabilities. These allow them to anticipate problems, streamline reporting, flag risks, and support human decision-makers, ultimately reducing manual labor and errors.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t/>
            </a:r>
            <a:endParaRPr b="1" sz="10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Broader Implications for Society</a:t>
            </a:r>
            <a:endParaRPr/>
          </a:p>
        </p:txBody>
      </p:sp>
      <p:sp>
        <p:nvSpPr>
          <p:cNvPr id="74" name="Google Shape;74;p4"/>
          <p:cNvSpPr txBox="1"/>
          <p:nvPr>
            <p:ph idx="1" type="body"/>
          </p:nvPr>
        </p:nvSpPr>
        <p:spPr>
          <a:xfrm>
            <a:off x="311700" y="1017725"/>
            <a:ext cx="8674500" cy="33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The rise of AI agents in construction reflects a </a:t>
            </a:r>
            <a:r>
              <a:rPr i="1" lang="en" sz="1100">
                <a:solidFill>
                  <a:schemeClr val="dk1"/>
                </a:solidFill>
              </a:rPr>
              <a:t>larger societal shift</a:t>
            </a:r>
            <a:r>
              <a:rPr lang="en" sz="1100">
                <a:solidFill>
                  <a:schemeClr val="dk1"/>
                </a:solidFill>
              </a:rPr>
              <a:t> toward automation and data-driven decision-making: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Work Efficiency and Safety:</a:t>
            </a:r>
            <a:r>
              <a:rPr lang="en" sz="1100">
                <a:solidFill>
                  <a:schemeClr val="dk1"/>
                </a:solidFill>
              </a:rPr>
              <a:t> AI agents can enhance workplace safety by identifying hazards in real time, reducing accidents, and improving compliance monitoring.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Labor and Skill Shifts:</a:t>
            </a:r>
            <a:r>
              <a:rPr lang="en" sz="1100">
                <a:solidFill>
                  <a:schemeClr val="dk1"/>
                </a:solidFill>
              </a:rPr>
              <a:t> As routine construction tasks become automated, there may be shifts in labor demand — potentially easing labor shortages but also requiring new skills from workers. Reduced manual burdens could let professionals focus on higher-value judgment tasks.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Technology Adoption Patterns:</a:t>
            </a:r>
            <a:r>
              <a:rPr lang="en" sz="1100">
                <a:solidFill>
                  <a:schemeClr val="dk1"/>
                </a:solidFill>
              </a:rPr>
              <a:t> Broader adoption of AI agents may accelerate digital transformation in construction, a sector historically slow to embrace new tech, raising questions around training, trust, equity, and workforce readiness.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society at large, these changes are part of a trend where AI systems augment human capacity in data-intensive fields, reshape job profiles, and prompt governance conversations about ethics, accountability, and transparency.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323"/>
              <a:buNone/>
            </a:pPr>
            <a:r>
              <a:t/>
            </a:r>
            <a:endParaRPr sz="12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Relevance or Potential Influence on the Construction Industry</a:t>
            </a:r>
            <a:endParaRPr sz="2320"/>
          </a:p>
        </p:txBody>
      </p:sp>
      <p:sp>
        <p:nvSpPr>
          <p:cNvPr id="80" name="Google Shape;80;p5"/>
          <p:cNvSpPr txBox="1"/>
          <p:nvPr>
            <p:ph idx="1" type="body"/>
          </p:nvPr>
        </p:nvSpPr>
        <p:spPr>
          <a:xfrm>
            <a:off x="102075" y="1017725"/>
            <a:ext cx="8520600" cy="3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1</a:t>
            </a:r>
            <a:r>
              <a:rPr b="1" lang="en" sz="1000">
                <a:solidFill>
                  <a:schemeClr val="dk1"/>
                </a:solidFill>
              </a:rPr>
              <a:t>. Productivity and Cost Improvements: </a:t>
            </a:r>
            <a:r>
              <a:rPr lang="en" sz="1000">
                <a:solidFill>
                  <a:schemeClr val="dk1"/>
                </a:solidFill>
              </a:rPr>
              <a:t>Automating repetitive tasks — such as classifying documents, generating reports, or coordinating schedules — can reduce delays and overruns, helping projects stay on time and budget.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2. Enhanced Decision Support: </a:t>
            </a:r>
            <a:r>
              <a:rPr lang="en" sz="1000">
                <a:solidFill>
                  <a:schemeClr val="dk1"/>
                </a:solidFill>
              </a:rPr>
              <a:t>Agents provide predictive insights and real-time analysis, helping project managers anticipate risks before they materialize and optimize outcomes across planning, execution, and close-out phases.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3. Data Connectivity Across Systems: </a:t>
            </a:r>
            <a:r>
              <a:rPr lang="en" sz="1000">
                <a:solidFill>
                  <a:schemeClr val="dk1"/>
                </a:solidFill>
              </a:rPr>
              <a:t>By pulling data from different software platforms (ERP, project management, document systems), AI agents can help break down silos, creating a more unified project view that improves coordination and reduces rework.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4. New Operational Roles: </a:t>
            </a:r>
            <a:r>
              <a:rPr lang="en" sz="1000">
                <a:solidFill>
                  <a:schemeClr val="dk1"/>
                </a:solidFill>
              </a:rPr>
              <a:t>Agents could shift how teams operate — from superintendents and estimators to compliance officers — by taking on administrative tasks and enabling professionals to focus more on complex problem solving and oversight.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5. Competitive Advantage: </a:t>
            </a:r>
            <a:r>
              <a:rPr lang="en" sz="1000">
                <a:solidFill>
                  <a:schemeClr val="dk1"/>
                </a:solidFill>
              </a:rPr>
              <a:t>Firms that adopt and integrate AI agents effectively may gain strategic advantages through increased efficiency, better risk mitigation, and higher quality deliverables.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SzPts val="1800"/>
              <a:buNone/>
            </a:pPr>
            <a:r>
              <a:t/>
            </a:r>
            <a:endParaRPr b="1"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