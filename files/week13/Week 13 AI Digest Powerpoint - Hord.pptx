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1" roundtripDataSignature="AMtx7mjDV7jn6LYLMK9dIQRjfvFLR4vR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scmr.com/article/doing-more-with-less-practical-ai-moves-for-procurement-teams-in-2026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2250150" y="1245750"/>
            <a:ext cx="46437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80"/>
              <a:t>Doing more with less: Practical AI moves for procurement teams in 2026</a:t>
            </a:r>
            <a:endParaRPr sz="3280"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36803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/>
              <a:t>Week of April 6th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/>
              <a:t>Elias Hord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General Information</a:t>
            </a:r>
            <a:endParaRPr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152475"/>
            <a:ext cx="87279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3332"/>
              <a:buNone/>
            </a:pPr>
            <a:r>
              <a:rPr lang="en" sz="5400"/>
              <a:t>Article Publication: February 6th, 2026</a:t>
            </a:r>
            <a:endParaRPr sz="5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33332"/>
              <a:buNone/>
            </a:pPr>
            <a:r>
              <a:t/>
            </a:r>
            <a:endParaRPr sz="5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33332"/>
              <a:buNone/>
            </a:pPr>
            <a:r>
              <a:rPr lang="en" sz="5400" u="sng">
                <a:solidFill>
                  <a:schemeClr val="hlink"/>
                </a:solidFill>
                <a:hlinkClick r:id="rId3"/>
              </a:rPr>
              <a:t>https://www.scmr.com/article/doing-more-with-less-practical-ai-moves-for-procurement-teams-in-2026</a:t>
            </a:r>
            <a:r>
              <a:rPr lang="en" sz="5400"/>
              <a:t> </a:t>
            </a:r>
            <a:r>
              <a:rPr lang="en" sz="5400"/>
              <a:t> </a:t>
            </a:r>
            <a:endParaRPr sz="5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2" name="Google Shape;62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688" y="2371375"/>
            <a:ext cx="5200070" cy="246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Main Findings and Arguments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 txBox="1"/>
          <p:nvPr>
            <p:ph idx="1" type="body"/>
          </p:nvPr>
        </p:nvSpPr>
        <p:spPr>
          <a:xfrm>
            <a:off x="113100" y="1017725"/>
            <a:ext cx="8917800" cy="40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Procurement teams must “do more with less” in 2026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Organizations are facing tighter budgets, increased expectations, and ongoing supply chain volatility, pushing procurement teams to find efficiency without major system overhauls.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Practical, modular AI use cases deliver the most value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Instead of large, complex AI transformations, the article argues for </a:t>
            </a:r>
            <a:r>
              <a:rPr b="1" lang="en" sz="1100">
                <a:solidFill>
                  <a:schemeClr val="dk1"/>
                </a:solidFill>
              </a:rPr>
              <a:t>targeted applications</a:t>
            </a:r>
            <a:r>
              <a:rPr lang="en" sz="1100">
                <a:solidFill>
                  <a:schemeClr val="dk1"/>
                </a:solidFill>
              </a:rPr>
              <a:t> that can be implemented quickly and show measurable ROI: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Generative AI for drafting documents (RFPs, contracts)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Spend analytics to improve visibility and cost control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Supplier risk monitoring using real-time data signals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There is a gap between AI ambition and execution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While most procurement leaders are exploring or planning AI adoption, relatively few have moved beyond pilot programs into full implementation.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AI augments—not replaces—procurement functions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The goal is not to rip out existing systems or eliminate jobs, but to </a:t>
            </a:r>
            <a:r>
              <a:rPr b="1" lang="en" sz="1100">
                <a:solidFill>
                  <a:schemeClr val="dk1"/>
                </a:solidFill>
              </a:rPr>
              <a:t>enhance decision-making and efficiency within current workflows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Continuous data-driven insights are key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AI enables ongoing monitoring of supplier risk (financial, geopolitical, ESG), allowing teams to anticipate disruptions rather than react to them.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33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Broader Implications for Society</a:t>
            </a:r>
            <a:endParaRPr/>
          </a:p>
        </p:txBody>
      </p:sp>
      <p:sp>
        <p:nvSpPr>
          <p:cNvPr id="74" name="Google Shape;74;p4"/>
          <p:cNvSpPr txBox="1"/>
          <p:nvPr>
            <p:ph idx="1" type="body"/>
          </p:nvPr>
        </p:nvSpPr>
        <p:spPr>
          <a:xfrm>
            <a:off x="311700" y="1017725"/>
            <a:ext cx="8674500" cy="3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Shift toward efficiency-driven work environments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Many industries—not just procurement—are adopting AI to maximize output with fewer resources, reinforcing a broader trend of </a:t>
            </a:r>
            <a:r>
              <a:rPr b="1" lang="en" sz="1100">
                <a:solidFill>
                  <a:schemeClr val="dk1"/>
                </a:solidFill>
              </a:rPr>
              <a:t>lean, tech-enabled operations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Workforce transformation rather than elimination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AI is reshaping roles by automating repetitive tasks and pushing workers toward higher-value activities like strategy, analysis, and relationship management.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Increased reliance on data and transparency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Real-time monitoring and predictive analytics mean organizations depend more heavily on </a:t>
            </a:r>
            <a:r>
              <a:rPr b="1" lang="en" sz="1100">
                <a:solidFill>
                  <a:schemeClr val="dk1"/>
                </a:solidFill>
              </a:rPr>
              <a:t>data quality, governance, and digital infrastructure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Greater resilience in global systems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AI-enabled early warning systems for supply chains can reduce the societal impact of disruptions (e.g., shortages, price spikes).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Relevance or Potential Influence on the Construction Industry</a:t>
            </a:r>
            <a:endParaRPr sz="2320"/>
          </a:p>
        </p:txBody>
      </p:sp>
      <p:sp>
        <p:nvSpPr>
          <p:cNvPr id="80" name="Google Shape;80;p5"/>
          <p:cNvSpPr txBox="1"/>
          <p:nvPr>
            <p:ph idx="1" type="body"/>
          </p:nvPr>
        </p:nvSpPr>
        <p:spPr>
          <a:xfrm>
            <a:off x="108875" y="1017725"/>
            <a:ext cx="8520600" cy="3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Improved material procurement and cost control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Construction firms can use AI-driven spend analytics to: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Track material costs (steel, concrete, lumber)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Identify savings opportunities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Optimize supplier selection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Enhanced supply chain risk management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With construction heavily dependent on global suppliers, AI tools can: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Detect risks (delays, geopolitical issues, supplier instability)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Prevent project disruptions and cost overruns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Faster and more efficient contract management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Generative AI can automate: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Bid documents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Subcontractor agreements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RFIs and project documentation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→ reducing administrative workload and speeding up project timelines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Better decision-making on large-scale projects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AI insights allow construction managers to make </a:t>
            </a:r>
            <a:r>
              <a:rPr b="1" lang="en" sz="1100">
                <a:solidFill>
                  <a:schemeClr val="dk1"/>
                </a:solidFill>
              </a:rPr>
              <a:t>data-driven sourcing decisions</a:t>
            </a:r>
            <a:r>
              <a:rPr lang="en" sz="1100">
                <a:solidFill>
                  <a:schemeClr val="dk1"/>
                </a:solidFill>
              </a:rPr>
              <a:t>, improving project planning and execution.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Scalable digital transformation without major system replacement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The article’s emphasis on </a:t>
            </a:r>
            <a:r>
              <a:rPr b="1" lang="en" sz="1100">
                <a:solidFill>
                  <a:schemeClr val="dk1"/>
                </a:solidFill>
              </a:rPr>
              <a:t>modular AI adoption</a:t>
            </a:r>
            <a:r>
              <a:rPr lang="en" sz="1100">
                <a:solidFill>
                  <a:schemeClr val="dk1"/>
                </a:solidFill>
              </a:rPr>
              <a:t> is especially relevant to construction, where firms often rely on legacy systems and need incremental upgrades rather than full overhauls.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br>
              <a:rPr lang="en" sz="100">
                <a:solidFill>
                  <a:schemeClr val="dk1"/>
                </a:solidFill>
              </a:rPr>
            </a:br>
            <a:endParaRPr sz="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800"/>
              <a:buNone/>
            </a:pPr>
            <a:r>
              <a:t/>
            </a:r>
            <a:endParaRPr b="1" sz="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