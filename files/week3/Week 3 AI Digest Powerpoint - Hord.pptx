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901de0f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f901de0f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f901de0f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f901de0f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901de0f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f901de0f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901de0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f901de0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901de0f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f901de0f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universityofcalifornia.edu/news/11-things-ai-experts-are-watching-2026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 things AI experts are watching for in 2026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of January 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Article Publication: </a:t>
            </a:r>
            <a:r>
              <a:rPr lang="en" sz="5400"/>
              <a:t>January 15, 2026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https://www.universityofcalifornia.edu/news/11-things-ai-experts-are-watching-2026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125" y="2506125"/>
            <a:ext cx="5231126" cy="236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br>
              <a:rPr lang="en" sz="775">
                <a:solidFill>
                  <a:schemeClr val="dk1"/>
                </a:solidFill>
              </a:rPr>
            </a:br>
            <a:r>
              <a:rPr lang="en" sz="775">
                <a:solidFill>
                  <a:schemeClr val="dk1"/>
                </a:solidFill>
              </a:rPr>
              <a:t>• Economic and technological uncertainty: Some researchers question whether the current AI boom is sustainable or a speculative bubble that could burst without major breakthroughs.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Trust and misinformation: AI-generated media like deepfakes are poised to become routine and widespread, challenging truth, journalism, legal systems, and personal reputation.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Benefits and innovation: AI is accelerating scientific discovery and offering new personalized technologies, but ethical and responsible deployment must be prioritized.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Data privacy risks: Massive amounts of personal information shared with chatbots raise concerns about user privacy and how companies might be compelled to disclose logs.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Social impacts: Companion chatbots could worsen human isolation, especially among youth, without proper safety safeguards.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Labor and automation: Advances in robotics lag behind hype, particularly for complex manipulation tasks; true human-level physical dexterity remains distant.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Worker rights: There is growing momentum for legislation protecting workers from invasive AI monitoring and ensuring meaningful human oversight in critical decisions.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Bias and weaponization: AI tools that evaluate speech or performance can embed systematic bias against neurodivergent speakers or non-standard dialects, potentially harming workers.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Political neutrality and bias: Defining and ensuring “politically neutral” AI remains a challenge, with potential implications for democracy and public discourse.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Deepfake proliferation: Highly sophisticated manipulated audio and video will become cheaper and easier to produce, making media literacy and authenticity verification essential.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75">
                <a:solidFill>
                  <a:schemeClr val="dk1"/>
                </a:solidFill>
              </a:rPr>
              <a:t>• Limits of intelligence: Some experts anticipate realizing that general intelligence—human-level or universal AI capability—is not imminent, even as models become more advanced.</a:t>
            </a:r>
            <a:endParaRPr sz="77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37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</a:rPr>
              <a:t>• Erosion of Trust and Truth: With deepfakes and synthetic media becoming commonplace, traditional markers of authenticity (what we see or hear) will no longer be reliable, potentially affecting elections, public trust, courts, and interpersonal relationships.</a:t>
            </a: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</a:rPr>
              <a:t>• Privacy and personal data risk: Individuals may inadvertently share intimate and legally sensitive information with AI systems, prompting legal battles and debates over data ownership and consent.</a:t>
            </a: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</a:rPr>
              <a:t>• Psychological and social health: Increasing reliance on chatbots for emotional support could undermine human empathy and social skills, especially in children and teens.</a:t>
            </a: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</a:rPr>
              <a:t>• Labor market transformation: While robots lag behind hype in replacing many human jobs in 2026, automation and AI systems will still reshape work practices, job roles, and worker protections.</a:t>
            </a: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</a:rPr>
              <a:t>• Democratic processes: Defining and enforcing unbiased AI is crucial to maintain fair political systems and reduce manipulation via algorithms or generated content.</a:t>
            </a: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</a:rPr>
              <a:t>• Policy and regulation: The need for guardrails around AI surveillance, workers’ rights, algorithmic fairness, and content authenticity will likely intensify, influencing legislation globally.</a:t>
            </a: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</a:rPr>
              <a:t>In sum, AI is framed as not just a technological evolution but a societal and ethical crossroad requiring broad engagement by policymakers, civil society, industry, and the public.</a:t>
            </a:r>
            <a:br>
              <a:rPr lang="en" sz="887">
                <a:solidFill>
                  <a:schemeClr val="dk1"/>
                </a:solidFill>
              </a:rPr>
            </a:br>
            <a:endParaRPr sz="8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125" name="Google Shape;12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Workforce and automation: Construction involves many complex physical tasks—building, manipulation of varied materials, and on-site decision-making—that current AI and robotics are still far from fully mastering. This suggests humans will remain essential in skilled construction roles through 2026, although supportive AI tools may augment workflows.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Worker monitoring and rights: AI systems that evaluate speech or performance could be deployed in construction project management or safety monitoring, raising concerns about bias, privacy, and fair treatment of workers.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Safety and tooling: AI could support predictive safety systems, planning optimization, and maintenance diagnostics (e.g., AI agents identifying structural issues), but industry adoption will require balancing innovation with ethical oversight.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Training and skill development: As AI tools become more integrated into design (BIM), planning, logistics, and workforce coordination, education and upskilling will be critical for construction professionals to leverage these technologies responsibly.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• Trust in digital content: With deepfakes and synthetic data becoming widespread, verifying AI-generated project documentation and plans may become necessary to avoid costly errors or misinformation in contracts, specifications, or compliance reporting.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