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iUoMU7r3GYitpCeCuVg+eDWuni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hitehouse.gov/articles/2026/03/president-donald-j-trump-unveils-national-ai-legislative-framework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1245750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President Donald J. Trump Unveils National AI Legislative Framework</a:t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Week of March 30th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" sz="5400"/>
              <a:t>Article Publication: March 20, 2026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https://www.whitehouse.gov/articles/2026/03/president-donald-j-trump-unveils-national-ai-legislative-framework/</a:t>
            </a:r>
            <a:r>
              <a:rPr lang="en" sz="5400"/>
              <a:t> 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350" y="237137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Federal control over AI regulation: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framework strongly emphasizes creating a </a:t>
            </a:r>
            <a:r>
              <a:rPr b="1" lang="en" sz="1100">
                <a:solidFill>
                  <a:schemeClr val="dk1"/>
                </a:solidFill>
              </a:rPr>
              <a:t>single national standard</a:t>
            </a:r>
            <a:r>
              <a:rPr lang="en" sz="1100">
                <a:solidFill>
                  <a:schemeClr val="dk1"/>
                </a:solidFill>
              </a:rPr>
              <a:t> for AI, aiming to override or limit a patchwork of state-level laws. The administration argues that inconsistent state regulations slow innovation and create compliance challenges.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“Light-touch” regulatory approach: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proposal promotes </a:t>
            </a:r>
            <a:r>
              <a:rPr b="1" lang="en" sz="1100">
                <a:solidFill>
                  <a:schemeClr val="dk1"/>
                </a:solidFill>
              </a:rPr>
              <a:t>minimal government interference</a:t>
            </a:r>
            <a:r>
              <a:rPr lang="en" sz="1100">
                <a:solidFill>
                  <a:schemeClr val="dk1"/>
                </a:solidFill>
              </a:rPr>
              <a:t> to accelerate AI development and maintain U.S. global leadership. Instead of strict regulation, it favors flexible oversight through existing agencies rather than creating a new AI regulator.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Key priority areas: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Child safety protections</a:t>
            </a:r>
            <a:r>
              <a:rPr lang="en" sz="1100">
                <a:solidFill>
                  <a:schemeClr val="dk1"/>
                </a:solidFill>
              </a:rPr>
              <a:t> (age controls, limits on harmful content)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Free speech protections</a:t>
            </a:r>
            <a:r>
              <a:rPr lang="en" sz="1100">
                <a:solidFill>
                  <a:schemeClr val="dk1"/>
                </a:solidFill>
              </a:rPr>
              <a:t> (preventing AI-driven censorship)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Intellectual property handled by courts</a:t>
            </a:r>
            <a:r>
              <a:rPr lang="en" sz="1100">
                <a:solidFill>
                  <a:schemeClr val="dk1"/>
                </a:solidFill>
              </a:rPr>
              <a:t> rather than new laws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Consumer protections</a:t>
            </a:r>
            <a:r>
              <a:rPr lang="en" sz="1100">
                <a:solidFill>
                  <a:schemeClr val="dk1"/>
                </a:solidFill>
              </a:rPr>
              <a:t> against scams and misuse of AI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Energy and infrastructure support</a:t>
            </a:r>
            <a:r>
              <a:rPr lang="en" sz="1100">
                <a:solidFill>
                  <a:schemeClr val="dk1"/>
                </a:solidFill>
              </a:rPr>
              <a:t> for AI data centers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Economic and global competition focus: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framework is designed to ensure the U.S. remains competitive with countries like China by encouraging rapid AI innovation and deployment.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Centralization vs. states’ rights: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 major implication is the </a:t>
            </a:r>
            <a:r>
              <a:rPr b="1" lang="en" sz="1100">
                <a:solidFill>
                  <a:schemeClr val="dk1"/>
                </a:solidFill>
              </a:rPr>
              <a:t>shift of regulatory power from states to the federal government</a:t>
            </a:r>
            <a:r>
              <a:rPr lang="en" sz="1100">
                <a:solidFill>
                  <a:schemeClr val="dk1"/>
                </a:solidFill>
              </a:rPr>
              <a:t>, which could standardize AI rules but also spark political and legal conflict.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Faster AI adoption: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 lighter regulatory approach may </a:t>
            </a:r>
            <a:r>
              <a:rPr b="1" lang="en" sz="1100">
                <a:solidFill>
                  <a:schemeClr val="dk1"/>
                </a:solidFill>
              </a:rPr>
              <a:t>accelerate AI integration across industries</a:t>
            </a:r>
            <a:r>
              <a:rPr lang="en" sz="1100">
                <a:solidFill>
                  <a:schemeClr val="dk1"/>
                </a:solidFill>
              </a:rPr>
              <a:t>, potentially boosting economic growth—but also increasing risks if safeguards are insufficient.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Public safety and ethical concerns: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While the framework addresses issues like child protection and scams, critics note it </a:t>
            </a:r>
            <a:r>
              <a:rPr b="1" lang="en" sz="1100">
                <a:solidFill>
                  <a:schemeClr val="dk1"/>
                </a:solidFill>
              </a:rPr>
              <a:t>lacks detailed provisions on national security and long-term AI risks</a:t>
            </a:r>
            <a:r>
              <a:rPr lang="en" sz="1100">
                <a:solidFill>
                  <a:schemeClr val="dk1"/>
                </a:solidFill>
              </a:rPr>
              <a:t>, leaving gaps in oversight.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Energy and infrastructure impact: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Expanding AI infrastructure (like data centers) could significantly increase </a:t>
            </a:r>
            <a:r>
              <a:rPr b="1" lang="en" sz="1100">
                <a:solidFill>
                  <a:schemeClr val="dk1"/>
                </a:solidFill>
              </a:rPr>
              <a:t>energy demand</a:t>
            </a:r>
            <a:r>
              <a:rPr lang="en" sz="1100">
                <a:solidFill>
                  <a:schemeClr val="dk1"/>
                </a:solidFill>
              </a:rPr>
              <a:t>, influencing environmental policy and electricity costs.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Free speech and digital rights: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Strong emphasis on preventing AI censorship may shape how platforms moderate content, potentially affecting misinformation and political discourse.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108875" y="10177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Growth in AI-related infrastructure projects: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The push for expanded </a:t>
            </a:r>
            <a:r>
              <a:rPr b="1" lang="en" sz="1000">
                <a:solidFill>
                  <a:schemeClr val="dk1"/>
                </a:solidFill>
              </a:rPr>
              <a:t>data centers and energy facilities</a:t>
            </a:r>
            <a:r>
              <a:rPr lang="en" sz="1000">
                <a:solidFill>
                  <a:schemeClr val="dk1"/>
                </a:solidFill>
              </a:rPr>
              <a:t> will likely increase demand for: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Large-scale construction projects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Electrical infrastructure upgrades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Renewable and on-site energy systems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Streamlined permitting and development: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Policies supporting AI infrastructure could lead to </a:t>
            </a:r>
            <a:r>
              <a:rPr b="1" lang="en" sz="1000">
                <a:solidFill>
                  <a:schemeClr val="dk1"/>
                </a:solidFill>
              </a:rPr>
              <a:t>faster approvals and reduced regulatory barriers</a:t>
            </a:r>
            <a:r>
              <a:rPr lang="en" sz="1000">
                <a:solidFill>
                  <a:schemeClr val="dk1"/>
                </a:solidFill>
              </a:rPr>
              <a:t>, benefiting construction firms involved in tech and energy builds.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Adoption of AI in construction workflows: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A pro-innovation environment may accelerate: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AI-driven project management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Automation in scheduling and safety monitoring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Predictive analytics for cost and risk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Labor and workforce shifts: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Increased AI adoption could: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Improve productivity on job sites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Reduce demand for some manual roles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Increase demand for tech-skilled construction workers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Regulatory clarity for AI tools: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A unified federal framework may make it easier for construction companies to </a:t>
            </a:r>
            <a:r>
              <a:rPr b="1" lang="en" sz="1000">
                <a:solidFill>
                  <a:schemeClr val="dk1"/>
                </a:solidFill>
              </a:rPr>
              <a:t>deploy AI technologies across multiple states</a:t>
            </a:r>
            <a:r>
              <a:rPr lang="en" sz="1000">
                <a:solidFill>
                  <a:schemeClr val="dk1"/>
                </a:solidFill>
              </a:rPr>
              <a:t> without navigating inconsistent laws.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00">
                <a:solidFill>
                  <a:schemeClr val="dk1"/>
                </a:solidFill>
              </a:rPr>
            </a:b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